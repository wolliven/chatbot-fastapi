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BC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6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C14B9-8BB5-E858-234D-1895513E2E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3B1FA-242E-C468-E0BD-688218FE19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905F1-4BF8-002D-AD87-C72617C08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0389-BA8A-411E-A3C4-6E47784D39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0D6A6-7260-2B2E-25ED-EBDB739DC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3ECC5-62CD-A8F0-0DE8-7DD1A4D02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4604-D18F-4CB5-AA95-ED6021B80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723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B04EE-E6F3-2E92-76F3-F682BC733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6AD4E-6F8F-9F6E-E5D5-A4C77DC2A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F63A7-43FB-5254-4519-8487BDA72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0389-BA8A-411E-A3C4-6E47784D39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E5D24-2182-38D9-D63C-2CA519263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459C6-B23F-B151-D7EB-7F6A69EB3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4604-D18F-4CB5-AA95-ED6021B80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22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A5F54-D353-EDCB-BEE5-F948CB29E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F58B50-D711-C385-3310-513C1FB99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13AE7-6FB0-5A99-51C1-051313E55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0389-BA8A-411E-A3C4-6E47784D39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B0DC2-3C7F-2F67-A26F-BCAE76A36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48C8-2F58-52EF-9420-842073D63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4604-D18F-4CB5-AA95-ED6021B80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601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68335-889D-1F59-0D4A-515BE6655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51A44-887E-59C3-10B5-DC6FA962BF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F7C74-7F79-06C5-841C-7CE1F3943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0EE994-4FB9-4A81-7857-68F03FEEE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0389-BA8A-411E-A3C4-6E47784D39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5444B-DFEB-5192-8F5B-0893E026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1D3CC-8A15-A715-7CB8-24497C7E0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4604-D18F-4CB5-AA95-ED6021B80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1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9B8BA-E0F1-9175-C24B-D10716F81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A94E85-9508-957F-0426-25559CA6B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9C51D-F609-0357-023B-AAAAF0371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C61E95-0463-E55B-2F05-1858BED902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3BEEF0-99B2-8836-12C8-1872C2117A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828AD4-72EA-7232-D946-5F046AD33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0389-BA8A-411E-A3C4-6E47784D39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E2E608-A96F-ABC9-8F00-5336E94AA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C22357-716B-A53E-E793-6C595EBD3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4604-D18F-4CB5-AA95-ED6021B80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4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E4718-6E4D-46AF-12C1-4A0DC6F6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F940B5-FB2F-63D7-90D3-95574F9F6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0389-BA8A-411E-A3C4-6E47784D39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73C978-5E57-7F6E-825D-5BC169C77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BBD76-AACC-5425-681C-112988A36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4604-D18F-4CB5-AA95-ED6021B80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857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14369E-E4F2-66B2-3D59-14560D128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0389-BA8A-411E-A3C4-6E47784D39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2C0C5E-304B-2E96-BAB4-DC5E1E2C9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782D2-7DD5-2FB6-727C-6B8DAE53F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4604-D18F-4CB5-AA95-ED6021B80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79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A9C14-EC6A-47B9-003E-0A4E57CA9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07A08-8C73-421E-5167-A4863ADECB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1BCCC-CA6A-3FAC-CD52-9414C6C64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68ED6-7008-B5FC-D2B7-186030EBE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0389-BA8A-411E-A3C4-6E47784D39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171FC4-634A-FAD3-F295-EDDDA407A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86AA5-27F6-FEE9-4882-F9FC49B0A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4604-D18F-4CB5-AA95-ED6021B80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567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C11F8-39EC-297D-3A49-F36FAAA04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FD7070-1B2A-9414-334E-6BB422CDE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CCF660-D619-66DE-8870-D47410606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8C187-C70F-A5FD-D86B-40FF9C694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0389-BA8A-411E-A3C4-6E47784D39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FC1D7A-CFF9-5913-4B22-686950DDF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B1202-66B0-8867-C68D-03ACFBC42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4604-D18F-4CB5-AA95-ED6021B80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29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D201A-46E6-86A2-4593-2FC63C0BF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B75DF4-6897-8A35-B4A4-B40C9517C6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5F398-9745-69FC-807A-AC3FFF8A8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0389-BA8A-411E-A3C4-6E47784D39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63CF3-CDF0-5DEF-B8E1-74431533D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FE5A6-6151-ACBC-76C8-30F92C67D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4604-D18F-4CB5-AA95-ED6021B80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336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48BF8B-DE41-D296-D235-C97C379C3B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0A67C-A565-F008-11AC-851BFB756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3795B-4409-1227-B63E-5810E39BB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B0389-BA8A-411E-A3C4-6E47784D39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977D4-159B-3E4C-0ADF-0DC87419D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C009F-F56E-93A7-3C1D-04E6D7A72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FA4604-D18F-4CB5-AA95-ED6021B80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2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ADA7B1-8C29-07A0-1007-5670C3D9F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79335-4AD8-6B96-1ECB-FCB5B028A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3B039-8218-22E5-1303-CDCA414436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5B0389-BA8A-411E-A3C4-6E47784D3922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98780-5002-3D5C-8947-A1891E5FB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B5C35-BF48-6E55-FD9A-A1204BB50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FA4604-D18F-4CB5-AA95-ED6021B808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56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F5D9CA-2CB6-BBF5-C40B-054DE610D7CD}"/>
              </a:ext>
            </a:extLst>
          </p:cNvPr>
          <p:cNvSpPr>
            <a:spLocks noChangeAspect="1"/>
          </p:cNvSpPr>
          <p:nvPr/>
        </p:nvSpPr>
        <p:spPr>
          <a:xfrm>
            <a:off x="4179570" y="1298448"/>
            <a:ext cx="4261104" cy="4261104"/>
          </a:xfrm>
          <a:prstGeom prst="rect">
            <a:avLst/>
          </a:prstGeom>
          <a:solidFill>
            <a:srgbClr val="99BC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logo of a robot&#10;&#10;AI-generated content may be incorrect.">
            <a:extLst>
              <a:ext uri="{FF2B5EF4-FFF2-40B4-BE49-F238E27FC236}">
                <a16:creationId xmlns:a16="http://schemas.microsoft.com/office/drawing/2014/main" id="{0ECBB69B-558B-4712-FC8C-13D07BC3C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2875" y="1663827"/>
            <a:ext cx="4000500" cy="4000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72A558-C00E-6BC7-865F-D8F943F2BF3F}"/>
              </a:ext>
            </a:extLst>
          </p:cNvPr>
          <p:cNvSpPr txBox="1"/>
          <p:nvPr/>
        </p:nvSpPr>
        <p:spPr>
          <a:xfrm>
            <a:off x="4543425" y="2459504"/>
            <a:ext cx="34385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0" dirty="0">
                <a:latin typeface="Yu Gothic UI Semibold" panose="020B0700000000000000" pitchFamily="34" charset="-128"/>
                <a:ea typeface="Yu Gothic UI Semibold" panose="020B0700000000000000" pitchFamily="34" charset="-128"/>
              </a:rPr>
              <a:t>予約</a:t>
            </a:r>
            <a:endParaRPr lang="en-US" sz="12000" dirty="0">
              <a:latin typeface="Yu Gothic UI Semibold" panose="020B0700000000000000" pitchFamily="34" charset="-128"/>
              <a:ea typeface="Yu Gothic UI Semibold" panose="020B07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83693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1106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Yu Gothic UI Semibold</vt:lpstr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SANCHEZ SAN NICOLAS JERICO</dc:creator>
  <cp:lastModifiedBy>SANCHEZ SAN NICOLAS JERICO</cp:lastModifiedBy>
  <cp:revision>1</cp:revision>
  <dcterms:created xsi:type="dcterms:W3CDTF">2025-12-10T06:19:43Z</dcterms:created>
  <dcterms:modified xsi:type="dcterms:W3CDTF">2025-12-11T00:46:18Z</dcterms:modified>
</cp:coreProperties>
</file>